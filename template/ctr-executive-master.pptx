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3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slideLayouts/slideLayout10.xml" ContentType="application/vnd.openxmlformats-officedocument.presentationml.slideLayout+xml"/>
  <Override PartName="/ppt/theme/theme4.xml" ContentType="application/vnd.openxmlformats-officedocument.theme+xml"/>
  <Override PartName="/ppt/slideLayouts/slideLayout11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8" r:id="rId1"/>
    <p:sldMasterId id="2147483686" r:id="rId2"/>
    <p:sldMasterId id="2147483664" r:id="rId3"/>
    <p:sldMasterId id="2147483670" r:id="rId4"/>
    <p:sldMasterId id="2147483691" r:id="rId5"/>
  </p:sldMasterIdLst>
  <p:notesMasterIdLst>
    <p:notesMasterId r:id="rId7"/>
  </p:notesMasterIdLst>
  <p:sldIdLst>
    <p:sldId id="293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294C"/>
    <a:srgbClr val="00B2D4"/>
    <a:srgbClr val="006BA8"/>
    <a:srgbClr val="EFA338"/>
    <a:srgbClr val="779C31"/>
    <a:srgbClr val="E7E538"/>
    <a:srgbClr val="FCD033"/>
    <a:srgbClr val="0092C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658"/>
    <p:restoredTop sz="94687"/>
  </p:normalViewPr>
  <p:slideViewPr>
    <p:cSldViewPr snapToGrid="0" snapToObjects="1">
      <p:cViewPr varScale="1">
        <p:scale>
          <a:sx n="111" d="100"/>
          <a:sy n="111" d="100"/>
        </p:scale>
        <p:origin x="61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70" d="100"/>
          <a:sy n="170" d="100"/>
        </p:scale>
        <p:origin x="5328" y="19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7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11" Type="http://schemas.openxmlformats.org/officeDocument/2006/relationships/tableStyles" Target="tableStyles.xml"/><Relationship Id="rId5" Type="http://schemas.openxmlformats.org/officeDocument/2006/relationships/slideMaster" Target="slideMasters/slideMaster5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4.xml"/><Relationship Id="rId9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 err="1"/>
              <a:t>Altura</a:t>
            </a:r>
            <a:endParaRPr lang="en-US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rgbClr val="00294C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5FB-4C38-99EB-2903B0DB439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rgbClr val="00B2D4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5FB-4C38-99EB-2903B0DB439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bg1">
                <a:lumMod val="75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</c:v>
                </c:pt>
                <c:pt idx="1">
                  <c:v>2</c:v>
                </c:pt>
                <c:pt idx="2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5FB-4C38-99EB-2903B0DB439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-2132034400"/>
        <c:axId val="-2132031008"/>
      </c:barChart>
      <c:catAx>
        <c:axId val="-213203440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-2132031008"/>
        <c:crosses val="autoZero"/>
        <c:auto val="1"/>
        <c:lblAlgn val="ctr"/>
        <c:lblOffset val="100"/>
        <c:noMultiLvlLbl val="0"/>
      </c:catAx>
      <c:valAx>
        <c:axId val="-213203100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-213203440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 err="1"/>
              <a:t>Altura</a:t>
            </a:r>
            <a:endParaRPr lang="en-US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ln w="28575" cap="rnd">
              <a:solidFill>
                <a:srgbClr val="00294C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00294C"/>
              </a:solidFill>
              <a:ln w="9525">
                <a:solidFill>
                  <a:srgbClr val="00294C"/>
                </a:solidFill>
              </a:ln>
              <a:effectLst/>
            </c:spPr>
          </c:marker>
          <c:cat>
            <c:strRef>
              <c:f>Sheet1!$A$2:$A$4</c:f>
              <c:strCache>
                <c:ptCount val="3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E26-4513-AD63-F269E7B5B29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ln w="28575" cap="rnd">
              <a:solidFill>
                <a:srgbClr val="00B2D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00B2D4"/>
              </a:solidFill>
              <a:ln w="9525">
                <a:solidFill>
                  <a:srgbClr val="00B2D4"/>
                </a:solidFill>
              </a:ln>
              <a:effectLst/>
            </c:spPr>
          </c:marker>
          <c:cat>
            <c:strRef>
              <c:f>Sheet1!$A$2:$A$4</c:f>
              <c:strCache>
                <c:ptCount val="3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E26-4513-AD63-F269E7B5B29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ln w="28575" cap="rnd">
              <a:solidFill>
                <a:schemeClr val="bg1">
                  <a:lumMod val="75000"/>
                </a:schemeClr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bg1">
                  <a:lumMod val="75000"/>
                </a:schemeClr>
              </a:solidFill>
              <a:ln w="9525">
                <a:solidFill>
                  <a:schemeClr val="bg1">
                    <a:lumMod val="75000"/>
                  </a:schemeClr>
                </a:solidFill>
              </a:ln>
              <a:effectLst/>
            </c:spPr>
          </c:marker>
          <c:cat>
            <c:strRef>
              <c:f>Sheet1!$A$2:$A$4</c:f>
              <c:strCache>
                <c:ptCount val="3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</c:v>
                </c:pt>
                <c:pt idx="1">
                  <c:v>2</c:v>
                </c:pt>
                <c:pt idx="2">
                  <c:v>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E26-4513-AD63-F269E7B5B29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48866240"/>
        <c:axId val="2102027328"/>
      </c:lineChart>
      <c:catAx>
        <c:axId val="204886624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102027328"/>
        <c:crosses val="autoZero"/>
        <c:auto val="1"/>
        <c:lblAlgn val="ctr"/>
        <c:lblOffset val="100"/>
        <c:noMultiLvlLbl val="0"/>
      </c:catAx>
      <c:valAx>
        <c:axId val="210202732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4886624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 err="1"/>
              <a:t>Altura</a:t>
            </a:r>
            <a:endParaRPr lang="en-US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spPr>
            <a:solidFill>
              <a:srgbClr val="00294C"/>
            </a:solidFill>
          </c:spPr>
          <c:dPt>
            <c:idx val="0"/>
            <c:bubble3D val="0"/>
            <c:spPr>
              <a:solidFill>
                <a:srgbClr val="00294C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CD10-4F8D-AFBA-6EDA7FBA471D}"/>
              </c:ext>
            </c:extLst>
          </c:dPt>
          <c:dPt>
            <c:idx val="1"/>
            <c:bubble3D val="0"/>
            <c:spPr>
              <a:solidFill>
                <a:srgbClr val="00B2D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CD10-4F8D-AFBA-6EDA7FBA471D}"/>
              </c:ext>
            </c:extLst>
          </c:dPt>
          <c:dPt>
            <c:idx val="2"/>
            <c:bubble3D val="0"/>
            <c:spPr>
              <a:solidFill>
                <a:schemeClr val="bg1">
                  <a:lumMod val="7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CD10-4F8D-AFBA-6EDA7FBA471D}"/>
              </c:ext>
            </c:extLst>
          </c:dPt>
          <c:cat>
            <c:strRef>
              <c:f>Sheet1!$A$2:$A$4</c:f>
              <c:strCache>
                <c:ptCount val="3"/>
                <c:pt idx="0">
                  <c:v>1st Qtr</c:v>
                </c:pt>
                <c:pt idx="1">
                  <c:v>2nd Qtr</c:v>
                </c:pt>
                <c:pt idx="2">
                  <c:v>3rd Qtr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D10-4F8D-AFBA-6EDA7FBA47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CTRs Completed</c:v>
                </c:pt>
              </c:strCache>
            </c:strRef>
          </c:tx>
          <c:spPr>
            <a:solidFill>
              <a:srgbClr val="86B6E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Sheet1!$A$2:$A$14</c:f>
              <c:multiLvlStrCache>
                <c:ptCount val="13"/>
                <c:lvl>
                  <c:pt idx="0">
                    <c:v>PLACEHOLDER-M1</c:v>
                  </c:pt>
                  <c:pt idx="1">
                    <c:v>PLACEHOLDER-M2</c:v>
                  </c:pt>
                  <c:pt idx="2">
                    <c:v>PLACEHOLDER-M3</c:v>
                  </c:pt>
                  <c:pt idx="3">
                    <c:v>PLACEHOLDER-M4</c:v>
                  </c:pt>
                  <c:pt idx="4">
                    <c:v>PLACEHOLDER-M5</c:v>
                  </c:pt>
                  <c:pt idx="5">
                    <c:v>PLACEHOLDER-M6</c:v>
                  </c:pt>
                  <c:pt idx="6">
                    <c:v>PLACEHOLDER-M7</c:v>
                  </c:pt>
                  <c:pt idx="7">
                    <c:v>PLACEHOLDER-M8</c:v>
                  </c:pt>
                  <c:pt idx="8">
                    <c:v>PLACEHOLDER-M9</c:v>
                  </c:pt>
                  <c:pt idx="9">
                    <c:v>PLACEHOLDER-M10</c:v>
                  </c:pt>
                  <c:pt idx="10">
                    <c:v>PLACEHOLDER-M11</c:v>
                  </c:pt>
                  <c:pt idx="11">
                    <c:v>PLACEHOLDER-M12</c:v>
                  </c:pt>
                  <c:pt idx="12">
                    <c:v>PLACEHOLDER-M13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999</c:v>
                </c:pt>
                <c:pt idx="1">
                  <c:v>999</c:v>
                </c:pt>
                <c:pt idx="2">
                  <c:v>999</c:v>
                </c:pt>
                <c:pt idx="3">
                  <c:v>999</c:v>
                </c:pt>
                <c:pt idx="4">
                  <c:v>999</c:v>
                </c:pt>
                <c:pt idx="5">
                  <c:v>999</c:v>
                </c:pt>
                <c:pt idx="6">
                  <c:v>999</c:v>
                </c:pt>
                <c:pt idx="7">
                  <c:v>999</c:v>
                </c:pt>
                <c:pt idx="8">
                  <c:v>999</c:v>
                </c:pt>
                <c:pt idx="9">
                  <c:v>999</c:v>
                </c:pt>
                <c:pt idx="10">
                  <c:v>999</c:v>
                </c:pt>
                <c:pt idx="11">
                  <c:v>999</c:v>
                </c:pt>
                <c:pt idx="12">
                  <c:v>999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Avg Filing Days</c:v>
                </c:pt>
              </c:strCache>
            </c:strRef>
          </c:tx>
          <c:spPr>
            <a:solidFill>
              <a:srgbClr val="0D366B"/>
            </a:solidFill>
            <a:ln w="31750" cap="flat">
              <a:solidFill>
                <a:srgbClr val="0D366B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9"/>
            <c:spPr>
              <a:solidFill>
                <a:srgbClr val="0D366B"/>
              </a:solidFill>
              <a:ln w="9525" cap="flat">
                <a:solidFill>
                  <a:srgbClr val="0D366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PLACEHOLDER-M1</c:v>
                  </c:pt>
                  <c:pt idx="1">
                    <c:v>PLACEHOLDER-M2</c:v>
                  </c:pt>
                  <c:pt idx="2">
                    <c:v>PLACEHOLDER-M3</c:v>
                  </c:pt>
                  <c:pt idx="3">
                    <c:v>PLACEHOLDER-M4</c:v>
                  </c:pt>
                  <c:pt idx="4">
                    <c:v>PLACEHOLDER-M5</c:v>
                  </c:pt>
                  <c:pt idx="5">
                    <c:v>PLACEHOLDER-M6</c:v>
                  </c:pt>
                  <c:pt idx="6">
                    <c:v>PLACEHOLDER-M7</c:v>
                  </c:pt>
                  <c:pt idx="7">
                    <c:v>PLACEHOLDER-M8</c:v>
                  </c:pt>
                  <c:pt idx="8">
                    <c:v>PLACEHOLDER-M9</c:v>
                  </c:pt>
                  <c:pt idx="9">
                    <c:v>PLACEHOLDER-M10</c:v>
                  </c:pt>
                  <c:pt idx="10">
                    <c:v>PLACEHOLDER-M11</c:v>
                  </c:pt>
                  <c:pt idx="11">
                    <c:v>PLACEHOLDER-M12</c:v>
                  </c:pt>
                  <c:pt idx="12">
                    <c:v>PLACEHOLDER-M13</c:v>
                  </c:pt>
                </c:lvl>
              </c:multiLvlStrCache>
            </c:multiLvl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99.9</c:v>
                </c:pt>
                <c:pt idx="1">
                  <c:v>99.9</c:v>
                </c:pt>
                <c:pt idx="2">
                  <c:v>99.9</c:v>
                </c:pt>
                <c:pt idx="3">
                  <c:v>99.9</c:v>
                </c:pt>
                <c:pt idx="4">
                  <c:v>99.9</c:v>
                </c:pt>
                <c:pt idx="5">
                  <c:v>99.9</c:v>
                </c:pt>
                <c:pt idx="6">
                  <c:v>99.9</c:v>
                </c:pt>
                <c:pt idx="7">
                  <c:v>99.9</c:v>
                </c:pt>
                <c:pt idx="8">
                  <c:v>99.9</c:v>
                </c:pt>
                <c:pt idx="9">
                  <c:v>99.9</c:v>
                </c:pt>
                <c:pt idx="10">
                  <c:v>99.9</c:v>
                </c:pt>
                <c:pt idx="11">
                  <c:v>99.9</c:v>
                </c:pt>
                <c:pt idx="12">
                  <c:v>99.9</c:v>
                </c:pt>
              </c:numCache>
            </c:numRef>
          </c:val>
          <c:smooth val="1"/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  <c:axId val="2094734556"/>
      </c:line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Regulatory Deadline (15 Days)</c:v>
                </c:pt>
              </c:strCache>
            </c:strRef>
          </c:tx>
          <c:spPr>
            <a:solidFill>
              <a:srgbClr val="C62828"/>
            </a:solidFill>
            <a:ln w="19050" cap="flat">
              <a:solidFill>
                <a:srgbClr val="C62828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E7D32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PLACEHOLDER-M1</c:v>
                  </c:pt>
                  <c:pt idx="1">
                    <c:v>PLACEHOLDER-M2</c:v>
                  </c:pt>
                  <c:pt idx="2">
                    <c:v>PLACEHOLDER-M3</c:v>
                  </c:pt>
                  <c:pt idx="3">
                    <c:v>PLACEHOLDER-M4</c:v>
                  </c:pt>
                  <c:pt idx="4">
                    <c:v>PLACEHOLDER-M5</c:v>
                  </c:pt>
                  <c:pt idx="5">
                    <c:v>PLACEHOLDER-M6</c:v>
                  </c:pt>
                  <c:pt idx="6">
                    <c:v>PLACEHOLDER-M7</c:v>
                  </c:pt>
                  <c:pt idx="7">
                    <c:v>PLACEHOLDER-M8</c:v>
                  </c:pt>
                  <c:pt idx="8">
                    <c:v>PLACEHOLDER-M9</c:v>
                  </c:pt>
                  <c:pt idx="9">
                    <c:v>PLACEHOLDER-M10</c:v>
                  </c:pt>
                  <c:pt idx="10">
                    <c:v>PLACEHOLDER-M11</c:v>
                  </c:pt>
                  <c:pt idx="11">
                    <c:v>PLACEHOLDER-M12</c:v>
                  </c:pt>
                  <c:pt idx="12">
                    <c:v>PLACEHOLDER-M13</c:v>
                  </c:pt>
                </c:lvl>
              </c:multiLvlStrCache>
            </c:multiLvl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15</c:v>
                </c:pt>
                <c:pt idx="1">
                  <c:v>15</c:v>
                </c:pt>
                <c:pt idx="2">
                  <c:v>15</c:v>
                </c:pt>
                <c:pt idx="3">
                  <c:v>15</c:v>
                </c:pt>
                <c:pt idx="4">
                  <c:v>15</c:v>
                </c:pt>
                <c:pt idx="5">
                  <c:v>15</c:v>
                </c:pt>
                <c:pt idx="6">
                  <c:v>15</c:v>
                </c:pt>
                <c:pt idx="7">
                  <c:v>15</c:v>
                </c:pt>
                <c:pt idx="8">
                  <c:v>15</c:v>
                </c:pt>
                <c:pt idx="9">
                  <c:v>15</c:v>
                </c:pt>
                <c:pt idx="10">
                  <c:v>15</c:v>
                </c:pt>
                <c:pt idx="11">
                  <c:v>15</c:v>
                </c:pt>
                <c:pt idx="12">
                  <c:v>15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Internal Goal (5 Days)</c:v>
                </c:pt>
              </c:strCache>
            </c:strRef>
          </c:tx>
          <c:spPr>
            <a:solidFill>
              <a:srgbClr val="2E7D32"/>
            </a:solidFill>
            <a:ln w="19050" cap="flat">
              <a:solidFill>
                <a:srgbClr val="2E7D32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62828"/>
              </a:solidFill>
              <a:ln w="9525" cap="flat">
                <a:solidFill>
                  <a:srgbClr val="2E7D3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PLACEHOLDER-M1</c:v>
                  </c:pt>
                  <c:pt idx="1">
                    <c:v>PLACEHOLDER-M2</c:v>
                  </c:pt>
                  <c:pt idx="2">
                    <c:v>PLACEHOLDER-M3</c:v>
                  </c:pt>
                  <c:pt idx="3">
                    <c:v>PLACEHOLDER-M4</c:v>
                  </c:pt>
                  <c:pt idx="4">
                    <c:v>PLACEHOLDER-M5</c:v>
                  </c:pt>
                  <c:pt idx="5">
                    <c:v>PLACEHOLDER-M6</c:v>
                  </c:pt>
                  <c:pt idx="6">
                    <c:v>PLACEHOLDER-M7</c:v>
                  </c:pt>
                  <c:pt idx="7">
                    <c:v>PLACEHOLDER-M8</c:v>
                  </c:pt>
                  <c:pt idx="8">
                    <c:v>PLACEHOLDER-M9</c:v>
                  </c:pt>
                  <c:pt idx="9">
                    <c:v>PLACEHOLDER-M10</c:v>
                  </c:pt>
                  <c:pt idx="10">
                    <c:v>PLACEHOLDER-M11</c:v>
                  </c:pt>
                  <c:pt idx="11">
                    <c:v>PLACEHOLDER-M12</c:v>
                  </c:pt>
                  <c:pt idx="12">
                    <c:v>PLACEHOLDER-M13</c:v>
                  </c:pt>
                </c:lvl>
              </c:multiLvlStrCache>
            </c:multiLvlStrRef>
          </c:cat>
          <c:val>
            <c:numRef>
              <c:f>Sheet1!$E$2:$E$14</c:f>
              <c:numCache>
                <c:formatCode>General</c:formatCode>
                <c:ptCount val="13"/>
                <c:pt idx="0">
                  <c:v>5</c:v>
                </c:pt>
                <c:pt idx="1">
                  <c:v>5</c:v>
                </c:pt>
                <c:pt idx="2">
                  <c:v>5</c:v>
                </c:pt>
                <c:pt idx="3">
                  <c:v>5</c:v>
                </c:pt>
                <c:pt idx="4">
                  <c:v>5</c:v>
                </c:pt>
                <c:pt idx="5">
                  <c:v>5</c:v>
                </c:pt>
                <c:pt idx="6">
                  <c:v>5</c:v>
                </c:pt>
                <c:pt idx="7">
                  <c:v>5</c:v>
                </c:pt>
                <c:pt idx="8">
                  <c:v>5</c:v>
                </c:pt>
                <c:pt idx="9">
                  <c:v>5</c:v>
                </c:pt>
                <c:pt idx="10">
                  <c:v>5</c:v>
                </c:pt>
                <c:pt idx="11">
                  <c:v>5</c:v>
                </c:pt>
                <c:pt idx="12">
                  <c:v>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1E0D9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CTRs Completed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  <c:min val="0"/>
        </c:scaling>
        <c:delete val="0"/>
        <c:axPos val="r"/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Avg Filing Days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5"/>
        <c:crosses val="max"/>
        <c:crossBetween val="between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3"/>
        <c:crosses val="autoZero"/>
        <c:auto val="1"/>
        <c:lblAlgn val="ctr"/>
        <c:noMultiLvlLbl val="1"/>
      </c:cat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9EACF9-9ECC-2140-9A64-D93FA41C779E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EEEB0A-60C7-7D4C-801C-F64608AAF4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63665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3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5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3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Master" Target="../slideMasters/slideMaster3.xml"/><Relationship Id="rId4" Type="http://schemas.openxmlformats.org/officeDocument/2006/relationships/chart" Target="../charts/chart3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754552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27826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dy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624799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dy -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 userDrawn="1"/>
        </p:nvSpPr>
        <p:spPr>
          <a:xfrm>
            <a:off x="961162" y="1876580"/>
            <a:ext cx="4883727" cy="2750355"/>
          </a:xfrm>
          <a:prstGeom prst="rect">
            <a:avLst/>
          </a:prstGeom>
          <a:noFill/>
        </p:spPr>
        <p:txBody>
          <a:bodyPr wrap="square" bIns="0" rtlCol="0" anchor="ctr" anchorCtr="0">
            <a:noAutofit/>
          </a:bodyPr>
          <a:lstStyle/>
          <a:p>
            <a:pPr algn="r"/>
            <a:r>
              <a:rPr lang="en-US" sz="2118" b="1" i="0" dirty="0" err="1">
                <a:solidFill>
                  <a:schemeClr val="tx1"/>
                </a:solidFill>
                <a:latin typeface="Helvetica" charset="0"/>
                <a:ea typeface="Helvetica" charset="0"/>
                <a:cs typeface="Helvetica" charset="0"/>
              </a:rPr>
              <a:t>Altura</a:t>
            </a:r>
            <a:r>
              <a:rPr lang="en-US" sz="2118" b="1" i="0" dirty="0">
                <a:solidFill>
                  <a:schemeClr val="tx1"/>
                </a:solidFill>
                <a:latin typeface="Helvetica" charset="0"/>
                <a:ea typeface="Helvetica" charset="0"/>
                <a:cs typeface="Helvetica" charset="0"/>
              </a:rPr>
              <a:t> Credit Union</a:t>
            </a:r>
          </a:p>
          <a:p>
            <a:pPr algn="r"/>
            <a:endParaRPr lang="en-US" sz="2118" b="1" dirty="0">
              <a:solidFill>
                <a:schemeClr val="tx1"/>
              </a:solidFill>
              <a:latin typeface="Arial" charset="0"/>
              <a:ea typeface="Arial" charset="0"/>
              <a:cs typeface="Arial" charset="0"/>
            </a:endParaRPr>
          </a:p>
          <a:p>
            <a:pPr algn="r"/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Lorem ipsum dolor sit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amet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consectetur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adipiscing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elit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sed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do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eiusmod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tempor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incididunt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ut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labore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et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dolore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magna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aliqua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.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Ut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enim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ad minim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veniam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quis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nostrud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exercitation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ullamco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laboris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nisi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ut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aliquip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ex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ea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commodo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.</a:t>
            </a:r>
            <a:endParaRPr lang="en-US" sz="1235" b="0" i="0" dirty="0">
              <a:solidFill>
                <a:schemeClr val="tx1"/>
              </a:solidFill>
              <a:latin typeface="Helvetica Light" charset="0"/>
              <a:ea typeface="Helvetica Light" charset="0"/>
              <a:cs typeface="Helvetica Light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528" t="11278" r="4193" b="1694"/>
          <a:stretch/>
        </p:blipFill>
        <p:spPr>
          <a:xfrm>
            <a:off x="6618517" y="660761"/>
            <a:ext cx="5573484" cy="6197240"/>
          </a:xfrm>
          <a:prstGeom prst="rect">
            <a:avLst/>
          </a:prstGeom>
        </p:spPr>
      </p:pic>
      <p:sp>
        <p:nvSpPr>
          <p:cNvPr id="4" name="Rectangle 3"/>
          <p:cNvSpPr/>
          <p:nvPr userDrawn="1"/>
        </p:nvSpPr>
        <p:spPr>
          <a:xfrm>
            <a:off x="6618516" y="660760"/>
            <a:ext cx="5573485" cy="1292702"/>
          </a:xfrm>
          <a:prstGeom prst="rect">
            <a:avLst/>
          </a:prstGeom>
          <a:solidFill>
            <a:srgbClr val="00294C">
              <a:alpha val="81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88"/>
          </a:p>
        </p:txBody>
      </p:sp>
    </p:spTree>
    <p:extLst>
      <p:ext uri="{BB962C8B-B14F-4D97-AF65-F5344CB8AC3E}">
        <p14:creationId xmlns:p14="http://schemas.microsoft.com/office/powerpoint/2010/main" val="8461096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dy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15" t="13613" r="606" b="19630"/>
          <a:stretch/>
        </p:blipFill>
        <p:spPr>
          <a:xfrm>
            <a:off x="-5" y="660764"/>
            <a:ext cx="4266789" cy="2144205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649" t="19561" r="791"/>
          <a:stretch/>
        </p:blipFill>
        <p:spPr>
          <a:xfrm>
            <a:off x="0" y="2804969"/>
            <a:ext cx="4266783" cy="4053031"/>
          </a:xfrm>
          <a:prstGeom prst="rect">
            <a:avLst/>
          </a:prstGeom>
        </p:spPr>
      </p:pic>
      <p:sp>
        <p:nvSpPr>
          <p:cNvPr id="7" name="Rectangle 6"/>
          <p:cNvSpPr/>
          <p:nvPr userDrawn="1"/>
        </p:nvSpPr>
        <p:spPr>
          <a:xfrm>
            <a:off x="4266787" y="2163124"/>
            <a:ext cx="7925213" cy="641847"/>
          </a:xfrm>
          <a:prstGeom prst="rect">
            <a:avLst/>
          </a:prstGeom>
          <a:solidFill>
            <a:srgbClr val="00294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88"/>
          </a:p>
        </p:txBody>
      </p:sp>
      <p:sp>
        <p:nvSpPr>
          <p:cNvPr id="8" name="TextBox 7"/>
          <p:cNvSpPr txBox="1"/>
          <p:nvPr userDrawn="1"/>
        </p:nvSpPr>
        <p:spPr>
          <a:xfrm>
            <a:off x="4991456" y="2163123"/>
            <a:ext cx="6535524" cy="573819"/>
          </a:xfrm>
          <a:prstGeom prst="rect">
            <a:avLst/>
          </a:prstGeom>
          <a:noFill/>
        </p:spPr>
        <p:txBody>
          <a:bodyPr wrap="square" bIns="0" rtlCol="0" anchor="ctr" anchorCtr="0">
            <a:noAutofit/>
          </a:bodyPr>
          <a:lstStyle/>
          <a:p>
            <a:pPr algn="l"/>
            <a:r>
              <a:rPr lang="en-US" sz="2118" b="1" i="0" dirty="0" err="1">
                <a:solidFill>
                  <a:schemeClr val="bg1"/>
                </a:solidFill>
                <a:latin typeface="Helvetica" charset="0"/>
                <a:ea typeface="Helvetica" charset="0"/>
                <a:cs typeface="Helvetica" charset="0"/>
              </a:rPr>
              <a:t>Altura</a:t>
            </a:r>
            <a:r>
              <a:rPr lang="en-US" sz="2118" b="1" i="0" dirty="0">
                <a:solidFill>
                  <a:schemeClr val="bg1"/>
                </a:solidFill>
                <a:latin typeface="Helvetica" charset="0"/>
                <a:ea typeface="Helvetica" charset="0"/>
                <a:cs typeface="Helvetica" charset="0"/>
              </a:rPr>
              <a:t> Credit Union</a:t>
            </a:r>
          </a:p>
        </p:txBody>
      </p:sp>
      <p:sp>
        <p:nvSpPr>
          <p:cNvPr id="9" name="Rectangle 8"/>
          <p:cNvSpPr/>
          <p:nvPr userDrawn="1"/>
        </p:nvSpPr>
        <p:spPr>
          <a:xfrm>
            <a:off x="3" y="2163124"/>
            <a:ext cx="4266784" cy="641847"/>
          </a:xfrm>
          <a:prstGeom prst="rect">
            <a:avLst/>
          </a:prstGeom>
          <a:solidFill>
            <a:srgbClr val="00B2D4">
              <a:alpha val="81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88"/>
          </a:p>
        </p:txBody>
      </p:sp>
      <p:sp>
        <p:nvSpPr>
          <p:cNvPr id="10" name="TextBox 9"/>
          <p:cNvSpPr txBox="1"/>
          <p:nvPr userDrawn="1"/>
        </p:nvSpPr>
        <p:spPr>
          <a:xfrm>
            <a:off x="4991459" y="3013631"/>
            <a:ext cx="4883727" cy="1569962"/>
          </a:xfrm>
          <a:prstGeom prst="rect">
            <a:avLst/>
          </a:prstGeom>
          <a:noFill/>
        </p:spPr>
        <p:txBody>
          <a:bodyPr wrap="square" bIns="0" rtlCol="0" anchor="t" anchorCtr="0">
            <a:noAutofit/>
          </a:bodyPr>
          <a:lstStyle/>
          <a:p>
            <a:pPr marL="252147" indent="-252147" algn="l">
              <a:lnSpc>
                <a:spcPct val="150000"/>
              </a:lnSpc>
              <a:buFontTx/>
              <a:buBlip>
                <a:blip r:embed="rId4"/>
              </a:buBlip>
            </a:pP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Lorem ipsum dolor sit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amet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consectetur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</a:p>
          <a:p>
            <a:pPr marL="252147" indent="-252147" algn="l">
              <a:lnSpc>
                <a:spcPct val="150000"/>
              </a:lnSpc>
              <a:buFontTx/>
              <a:buBlip>
                <a:blip r:embed="rId4"/>
              </a:buBlip>
            </a:pP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adipiscing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elit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sed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do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eiusmod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tempor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</a:p>
          <a:p>
            <a:pPr marL="252147" indent="-252147" algn="l">
              <a:lnSpc>
                <a:spcPct val="150000"/>
              </a:lnSpc>
              <a:buFontTx/>
              <a:buBlip>
                <a:blip r:embed="rId4"/>
              </a:buBlip>
            </a:pP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incididunt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ut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labore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et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dolore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magna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aliqua</a:t>
            </a:r>
            <a:endParaRPr lang="en-US" sz="1235" b="0" i="0" kern="1200" dirty="0">
              <a:solidFill>
                <a:schemeClr val="tx1"/>
              </a:solidFill>
              <a:effectLst/>
              <a:latin typeface="Helvetica Light" charset="0"/>
              <a:ea typeface="Helvetica Light" charset="0"/>
              <a:cs typeface="Helvetica Light" charset="0"/>
            </a:endParaRPr>
          </a:p>
          <a:p>
            <a:pPr marL="252147" indent="-252147" algn="l">
              <a:lnSpc>
                <a:spcPct val="150000"/>
              </a:lnSpc>
              <a:buFontTx/>
              <a:buBlip>
                <a:blip r:embed="rId4"/>
              </a:buBlip>
            </a:pP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Ut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enim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ad minim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veniam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quis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nostrud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</a:p>
          <a:p>
            <a:pPr marL="252147" indent="-252147" algn="l">
              <a:lnSpc>
                <a:spcPct val="150000"/>
              </a:lnSpc>
              <a:buFontTx/>
              <a:buBlip>
                <a:blip r:embed="rId4"/>
              </a:buBlip>
            </a:pP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exercitation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ullamco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laboris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nisi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ut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aliquip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ex</a:t>
            </a:r>
            <a:endParaRPr lang="en-US" sz="1235" b="0" i="0" dirty="0">
              <a:solidFill>
                <a:schemeClr val="tx1"/>
              </a:solidFill>
              <a:latin typeface="Helvetica Light" charset="0"/>
              <a:ea typeface="Helvetica Light" charset="0"/>
              <a:cs typeface="Helvetica Light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961724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dy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269" t="6246" r="680" b="1549"/>
          <a:stretch/>
        </p:blipFill>
        <p:spPr>
          <a:xfrm>
            <a:off x="2" y="663389"/>
            <a:ext cx="5436711" cy="6194611"/>
          </a:xfrm>
          <a:prstGeom prst="rect">
            <a:avLst/>
          </a:prstGeom>
        </p:spPr>
      </p:pic>
      <p:sp>
        <p:nvSpPr>
          <p:cNvPr id="12" name="Rectangle 11"/>
          <p:cNvSpPr/>
          <p:nvPr userDrawn="1"/>
        </p:nvSpPr>
        <p:spPr>
          <a:xfrm>
            <a:off x="3" y="952890"/>
            <a:ext cx="5436714" cy="1870994"/>
          </a:xfrm>
          <a:prstGeom prst="rect">
            <a:avLst/>
          </a:prstGeom>
          <a:solidFill>
            <a:srgbClr val="00294C">
              <a:alpha val="81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88"/>
          </a:p>
        </p:txBody>
      </p:sp>
      <p:sp>
        <p:nvSpPr>
          <p:cNvPr id="13" name="TextBox 12"/>
          <p:cNvSpPr txBox="1"/>
          <p:nvPr userDrawn="1"/>
        </p:nvSpPr>
        <p:spPr>
          <a:xfrm>
            <a:off x="6452158" y="2622180"/>
            <a:ext cx="4883727" cy="2615222"/>
          </a:xfrm>
          <a:prstGeom prst="rect">
            <a:avLst/>
          </a:prstGeom>
          <a:noFill/>
        </p:spPr>
        <p:txBody>
          <a:bodyPr wrap="square" bIns="0" rtlCol="0" anchor="t" anchorCtr="0">
            <a:noAutofit/>
          </a:bodyPr>
          <a:lstStyle/>
          <a:p>
            <a:pPr marL="252147" indent="-252147" algn="l">
              <a:lnSpc>
                <a:spcPct val="150000"/>
              </a:lnSpc>
              <a:buFontTx/>
              <a:buBlip>
                <a:blip r:embed="rId3"/>
              </a:buBlip>
            </a:pP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Lorem ipsum dolor sit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amet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consectetur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</a:p>
          <a:p>
            <a:pPr marL="252147" indent="-252147" algn="l">
              <a:lnSpc>
                <a:spcPct val="150000"/>
              </a:lnSpc>
              <a:buFontTx/>
              <a:buBlip>
                <a:blip r:embed="rId3"/>
              </a:buBlip>
            </a:pP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adipiscing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elit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sed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do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eiusmod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tempor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</a:p>
          <a:p>
            <a:pPr marL="252147" indent="-252147" algn="l">
              <a:lnSpc>
                <a:spcPct val="150000"/>
              </a:lnSpc>
              <a:buFontTx/>
              <a:buBlip>
                <a:blip r:embed="rId3"/>
              </a:buBlip>
            </a:pP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incididunt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ut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labore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et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dolore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magna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aliqua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</a:p>
          <a:p>
            <a:pPr marL="252147" indent="-252147" algn="l">
              <a:lnSpc>
                <a:spcPct val="150000"/>
              </a:lnSpc>
              <a:buFontTx/>
              <a:buBlip>
                <a:blip r:embed="rId3"/>
              </a:buBlip>
            </a:pP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Ut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enim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ad minim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veniam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quis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nostrud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</a:p>
          <a:p>
            <a:pPr marL="252147" indent="-252147" algn="l">
              <a:lnSpc>
                <a:spcPct val="150000"/>
              </a:lnSpc>
              <a:buFontTx/>
              <a:buBlip>
                <a:blip r:embed="rId3"/>
              </a:buBlip>
            </a:pP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exercitation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ullamco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laboris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nisi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ut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aliquip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ex</a:t>
            </a:r>
          </a:p>
          <a:p>
            <a:pPr marL="252147" marR="0" indent="-252147" algn="l" defTabSz="806871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Blip>
                <a:blip r:embed="rId3"/>
              </a:buBlip>
              <a:tabLst/>
              <a:defRPr/>
            </a:pP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incididunt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ut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labore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et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dolore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magna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aliqua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</a:p>
          <a:p>
            <a:pPr marL="252147" marR="0" indent="-252147" algn="l" defTabSz="806871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Blip>
                <a:blip r:embed="rId3"/>
              </a:buBlip>
              <a:tabLst/>
              <a:defRPr/>
            </a:pP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Lorem ipsum dolor sit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amet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consectetur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</a:p>
          <a:p>
            <a:pPr marL="252147" marR="0" indent="-252147" algn="l" defTabSz="806871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Blip>
                <a:blip r:embed="rId3"/>
              </a:buBlip>
              <a:tabLst/>
              <a:defRPr/>
            </a:pP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exercitation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ullamco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laboris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nisi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ut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aliquip</a:t>
            </a:r>
            <a:r>
              <a:rPr lang="en-US" sz="1235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ex</a:t>
            </a:r>
          </a:p>
          <a:p>
            <a:pPr marL="252147" indent="-252147" algn="l">
              <a:lnSpc>
                <a:spcPct val="150000"/>
              </a:lnSpc>
              <a:buFontTx/>
              <a:buBlip>
                <a:blip r:embed="rId3"/>
              </a:buBlip>
            </a:pPr>
            <a:endParaRPr lang="en-US" sz="1235" b="0" i="0" dirty="0">
              <a:solidFill>
                <a:schemeClr val="tx1"/>
              </a:solidFill>
              <a:latin typeface="Helvetica Light" charset="0"/>
              <a:ea typeface="Helvetica Light" charset="0"/>
              <a:cs typeface="Helvetica Light" charset="0"/>
            </a:endParaRPr>
          </a:p>
        </p:txBody>
      </p:sp>
      <p:sp>
        <p:nvSpPr>
          <p:cNvPr id="14" name="TextBox 13"/>
          <p:cNvSpPr txBox="1"/>
          <p:nvPr userDrawn="1"/>
        </p:nvSpPr>
        <p:spPr>
          <a:xfrm>
            <a:off x="276495" y="1500359"/>
            <a:ext cx="4883727" cy="774557"/>
          </a:xfrm>
          <a:prstGeom prst="rect">
            <a:avLst/>
          </a:prstGeom>
          <a:noFill/>
        </p:spPr>
        <p:txBody>
          <a:bodyPr wrap="square" bIns="0" rtlCol="0" anchor="t" anchorCtr="0">
            <a:noAutofit/>
          </a:bodyPr>
          <a:lstStyle/>
          <a:p>
            <a:pPr algn="r"/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Lorem ipsum dolor sit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amet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consectetur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adipiscing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elit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sed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do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eiusmod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tempor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incididunt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ut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labore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et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dolore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magna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aliqua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.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Ut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enim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ad minim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veniam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quis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nostrud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exercitation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ullamco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laboris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nisi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ut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aliquip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ex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ea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commodo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.</a:t>
            </a:r>
            <a:endParaRPr lang="en-US" sz="1235" b="0" i="0" dirty="0">
              <a:solidFill>
                <a:schemeClr val="bg1"/>
              </a:solidFill>
              <a:latin typeface="Helvetica Light" charset="0"/>
              <a:ea typeface="Helvetica Light" charset="0"/>
              <a:cs typeface="Helvetica Light" charset="0"/>
            </a:endParaRPr>
          </a:p>
        </p:txBody>
      </p:sp>
      <p:sp>
        <p:nvSpPr>
          <p:cNvPr id="15" name="Rectangle 14"/>
          <p:cNvSpPr/>
          <p:nvPr userDrawn="1"/>
        </p:nvSpPr>
        <p:spPr>
          <a:xfrm>
            <a:off x="5436714" y="952890"/>
            <a:ext cx="136753" cy="1870994"/>
          </a:xfrm>
          <a:prstGeom prst="rect">
            <a:avLst/>
          </a:prstGeom>
          <a:solidFill>
            <a:srgbClr val="00B2D4">
              <a:alpha val="81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88"/>
          </a:p>
        </p:txBody>
      </p:sp>
      <p:sp>
        <p:nvSpPr>
          <p:cNvPr id="16" name="TextBox 15"/>
          <p:cNvSpPr txBox="1"/>
          <p:nvPr userDrawn="1"/>
        </p:nvSpPr>
        <p:spPr>
          <a:xfrm>
            <a:off x="6452155" y="2274916"/>
            <a:ext cx="2843168" cy="265310"/>
          </a:xfrm>
          <a:prstGeom prst="rect">
            <a:avLst/>
          </a:prstGeom>
          <a:noFill/>
        </p:spPr>
        <p:txBody>
          <a:bodyPr wrap="square" bIns="0" rtlCol="0" anchor="t" anchorCtr="0">
            <a:noAutofit/>
          </a:bodyPr>
          <a:lstStyle/>
          <a:p>
            <a:pPr algn="l"/>
            <a:r>
              <a:rPr lang="en-US" sz="1235" b="1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Heading</a:t>
            </a:r>
            <a:endParaRPr lang="en-US" sz="1235" b="1" i="0" dirty="0">
              <a:solidFill>
                <a:schemeClr val="tx1"/>
              </a:solidFill>
              <a:latin typeface="Helvetica Light" charset="0"/>
              <a:ea typeface="Helvetica Light" charset="0"/>
              <a:cs typeface="Helvetica Light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06232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dy -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660762"/>
            <a:ext cx="12191998" cy="2002539"/>
          </a:xfrm>
          <a:prstGeom prst="rect">
            <a:avLst/>
          </a:prstGeom>
          <a:solidFill>
            <a:srgbClr val="00294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88"/>
          </a:p>
        </p:txBody>
      </p:sp>
      <p:sp>
        <p:nvSpPr>
          <p:cNvPr id="9" name="Rectangle 8"/>
          <p:cNvSpPr/>
          <p:nvPr userDrawn="1"/>
        </p:nvSpPr>
        <p:spPr>
          <a:xfrm>
            <a:off x="2512927" y="663565"/>
            <a:ext cx="7166144" cy="2603571"/>
          </a:xfrm>
          <a:prstGeom prst="rect">
            <a:avLst/>
          </a:prstGeom>
          <a:solidFill>
            <a:srgbClr val="00B2D4">
              <a:alpha val="81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88" dirty="0"/>
              <a:t> </a:t>
            </a:r>
          </a:p>
        </p:txBody>
      </p:sp>
      <p:sp>
        <p:nvSpPr>
          <p:cNvPr id="10" name="TextBox 9"/>
          <p:cNvSpPr txBox="1"/>
          <p:nvPr userDrawn="1"/>
        </p:nvSpPr>
        <p:spPr>
          <a:xfrm>
            <a:off x="2985891" y="1268047"/>
            <a:ext cx="6220216" cy="787974"/>
          </a:xfrm>
          <a:prstGeom prst="rect">
            <a:avLst/>
          </a:prstGeom>
          <a:noFill/>
        </p:spPr>
        <p:txBody>
          <a:bodyPr wrap="square" bIns="0" rtlCol="0" anchor="t" anchorCtr="0">
            <a:noAutofit/>
          </a:bodyPr>
          <a:lstStyle/>
          <a:p>
            <a:pPr algn="ctr"/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Lorem ipsum dolor sit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amet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consectetur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adipiscing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elit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sed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do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eiusmod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tempor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incididunt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ut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labore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et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dolore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magna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aliqua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.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Ut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enim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ad minim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veniam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quis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nostrud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exercitation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ullamco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laboris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nisi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ut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aliquip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ex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ea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commodo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.</a:t>
            </a:r>
            <a:endParaRPr lang="en-US" sz="1235" b="0" i="0" dirty="0">
              <a:solidFill>
                <a:schemeClr val="bg1"/>
              </a:solidFill>
              <a:latin typeface="Helvetica Light" charset="0"/>
              <a:ea typeface="Helvetica Light" charset="0"/>
              <a:cs typeface="Helvetica Light" charset="0"/>
            </a:endParaRPr>
          </a:p>
        </p:txBody>
      </p:sp>
      <p:sp>
        <p:nvSpPr>
          <p:cNvPr id="17" name="TextBox 16"/>
          <p:cNvSpPr txBox="1"/>
          <p:nvPr userDrawn="1"/>
        </p:nvSpPr>
        <p:spPr>
          <a:xfrm>
            <a:off x="1883578" y="3877192"/>
            <a:ext cx="3903165" cy="704508"/>
          </a:xfrm>
          <a:prstGeom prst="rect">
            <a:avLst/>
          </a:prstGeom>
          <a:noFill/>
        </p:spPr>
        <p:txBody>
          <a:bodyPr wrap="square" bIns="0" rtlCol="0" anchor="t" anchorCtr="0">
            <a:noAutofit/>
          </a:bodyPr>
          <a:lstStyle/>
          <a:p>
            <a:pPr algn="l"/>
            <a:r>
              <a:rPr lang="en-US" sz="1059" b="1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Section 1</a:t>
            </a:r>
          </a:p>
          <a:p>
            <a:pPr algn="l"/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Lorem ipsum dolor sit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amet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consectetur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adipiscing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elit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sed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do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eiusmod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tempor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incididunt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ut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labore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et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dolore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magna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aliqua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.</a:t>
            </a:r>
            <a:endParaRPr lang="en-US" sz="1059" b="0" i="0" dirty="0">
              <a:solidFill>
                <a:schemeClr val="tx1"/>
              </a:solidFill>
              <a:latin typeface="Helvetica Light" charset="0"/>
              <a:ea typeface="Helvetica Light" charset="0"/>
              <a:cs typeface="Helvetica Light" charset="0"/>
            </a:endParaRPr>
          </a:p>
        </p:txBody>
      </p:sp>
      <p:sp>
        <p:nvSpPr>
          <p:cNvPr id="18" name="TextBox 17"/>
          <p:cNvSpPr txBox="1"/>
          <p:nvPr userDrawn="1"/>
        </p:nvSpPr>
        <p:spPr>
          <a:xfrm>
            <a:off x="1883578" y="5191757"/>
            <a:ext cx="3903165" cy="704508"/>
          </a:xfrm>
          <a:prstGeom prst="rect">
            <a:avLst/>
          </a:prstGeom>
          <a:noFill/>
        </p:spPr>
        <p:txBody>
          <a:bodyPr wrap="square" bIns="0" rtlCol="0" anchor="t" anchorCtr="0">
            <a:noAutofit/>
          </a:bodyPr>
          <a:lstStyle/>
          <a:p>
            <a:pPr algn="l"/>
            <a:r>
              <a:rPr lang="en-US" sz="1059" b="1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Section 3</a:t>
            </a:r>
          </a:p>
          <a:p>
            <a:pPr algn="l"/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Lorem ipsum dolor sit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amet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consectetur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adipiscing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elit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sed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do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eiusmod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tempor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incididunt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ut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labore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et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dolore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magna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aliqua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.</a:t>
            </a:r>
            <a:endParaRPr lang="en-US" sz="1059" b="0" i="0" dirty="0">
              <a:solidFill>
                <a:schemeClr val="tx1"/>
              </a:solidFill>
              <a:latin typeface="Helvetica Light" charset="0"/>
              <a:ea typeface="Helvetica Light" charset="0"/>
              <a:cs typeface="Helvetica Light" charset="0"/>
            </a:endParaRPr>
          </a:p>
        </p:txBody>
      </p:sp>
      <p:sp>
        <p:nvSpPr>
          <p:cNvPr id="19" name="TextBox 18"/>
          <p:cNvSpPr txBox="1"/>
          <p:nvPr userDrawn="1"/>
        </p:nvSpPr>
        <p:spPr>
          <a:xfrm>
            <a:off x="7509627" y="3877192"/>
            <a:ext cx="3903165" cy="704508"/>
          </a:xfrm>
          <a:prstGeom prst="rect">
            <a:avLst/>
          </a:prstGeom>
          <a:noFill/>
        </p:spPr>
        <p:txBody>
          <a:bodyPr wrap="square" bIns="0" rtlCol="0" anchor="t" anchorCtr="0">
            <a:noAutofit/>
          </a:bodyPr>
          <a:lstStyle/>
          <a:p>
            <a:pPr algn="l"/>
            <a:r>
              <a:rPr lang="en-US" sz="1059" b="1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Section 2</a:t>
            </a:r>
          </a:p>
          <a:p>
            <a:pPr algn="l"/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Lorem ipsum dolor sit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amet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consectetur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adipiscing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elit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sed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do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eiusmod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tempor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incididunt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ut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labore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et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dolore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magna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aliqua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.</a:t>
            </a:r>
            <a:endParaRPr lang="en-US" sz="1059" b="0" i="0" dirty="0">
              <a:solidFill>
                <a:schemeClr val="tx1"/>
              </a:solidFill>
              <a:latin typeface="Helvetica Light" charset="0"/>
              <a:ea typeface="Helvetica Light" charset="0"/>
              <a:cs typeface="Helvetica Light" charset="0"/>
            </a:endParaRPr>
          </a:p>
        </p:txBody>
      </p:sp>
      <p:sp>
        <p:nvSpPr>
          <p:cNvPr id="20" name="TextBox 19"/>
          <p:cNvSpPr txBox="1"/>
          <p:nvPr userDrawn="1"/>
        </p:nvSpPr>
        <p:spPr>
          <a:xfrm>
            <a:off x="7509627" y="5191757"/>
            <a:ext cx="3903165" cy="704508"/>
          </a:xfrm>
          <a:prstGeom prst="rect">
            <a:avLst/>
          </a:prstGeom>
          <a:noFill/>
        </p:spPr>
        <p:txBody>
          <a:bodyPr wrap="square" bIns="0" rtlCol="0" anchor="t" anchorCtr="0">
            <a:noAutofit/>
          </a:bodyPr>
          <a:lstStyle/>
          <a:p>
            <a:pPr algn="l"/>
            <a:r>
              <a:rPr lang="en-US" sz="1059" b="1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Section 4</a:t>
            </a:r>
          </a:p>
          <a:p>
            <a:pPr algn="l"/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Lorem ipsum dolor sit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amet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consectetur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adipiscing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elit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sed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do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eiusmod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tempor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incididunt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ut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labore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et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dolore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magna </a:t>
            </a:r>
            <a:r>
              <a:rPr lang="en-US" sz="1059" b="0" i="0" kern="1200" dirty="0" err="1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aliqua</a:t>
            </a:r>
            <a:r>
              <a:rPr lang="en-US" sz="1059" b="0" i="0" kern="1200" dirty="0">
                <a:solidFill>
                  <a:schemeClr val="tx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.</a:t>
            </a:r>
            <a:endParaRPr lang="en-US" sz="1059" b="0" i="0" dirty="0">
              <a:solidFill>
                <a:schemeClr val="tx1"/>
              </a:solidFill>
              <a:latin typeface="Helvetica Light" charset="0"/>
              <a:ea typeface="Helvetica Light" charset="0"/>
              <a:cs typeface="Helvetica Light" charset="0"/>
            </a:endParaRPr>
          </a:p>
        </p:txBody>
      </p:sp>
      <p:sp>
        <p:nvSpPr>
          <p:cNvPr id="21" name="TextBox 20"/>
          <p:cNvSpPr txBox="1"/>
          <p:nvPr userDrawn="1"/>
        </p:nvSpPr>
        <p:spPr>
          <a:xfrm>
            <a:off x="3906733" y="2829436"/>
            <a:ext cx="4378532" cy="282385"/>
          </a:xfrm>
          <a:prstGeom prst="rect">
            <a:avLst/>
          </a:prstGeom>
          <a:noFill/>
        </p:spPr>
        <p:txBody>
          <a:bodyPr wrap="square" rIns="0" rtlCol="0">
            <a:spAutoFit/>
          </a:bodyPr>
          <a:lstStyle/>
          <a:p>
            <a:pPr marL="0" marR="0" indent="0" algn="ctr" defTabSz="80687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35" b="1" i="0" kern="1200" dirty="0">
                <a:solidFill>
                  <a:schemeClr val="bg1"/>
                </a:solidFill>
                <a:effectLst/>
                <a:latin typeface="Arial" charset="0"/>
                <a:ea typeface="Arial" charset="0"/>
                <a:cs typeface="Arial" charset="0"/>
              </a:rPr>
              <a:t>Section Description</a:t>
            </a:r>
          </a:p>
        </p:txBody>
      </p:sp>
      <p:pic>
        <p:nvPicPr>
          <p:cNvPr id="22" name="Picture 2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31409" y="3984521"/>
            <a:ext cx="590550" cy="450850"/>
          </a:xfrm>
          <a:prstGeom prst="rect">
            <a:avLst/>
          </a:prstGeom>
        </p:spPr>
      </p:pic>
      <p:pic>
        <p:nvPicPr>
          <p:cNvPr id="23" name="Picture 22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31409" y="5266474"/>
            <a:ext cx="590550" cy="450850"/>
          </a:xfrm>
          <a:prstGeom prst="rect">
            <a:avLst/>
          </a:prstGeom>
        </p:spPr>
      </p:pic>
      <p:pic>
        <p:nvPicPr>
          <p:cNvPr id="24" name="Picture 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759433" y="3984521"/>
            <a:ext cx="590550" cy="450850"/>
          </a:xfrm>
          <a:prstGeom prst="rect">
            <a:avLst/>
          </a:prstGeom>
        </p:spPr>
      </p:pic>
      <p:pic>
        <p:nvPicPr>
          <p:cNvPr id="25" name="Picture 2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759433" y="5266474"/>
            <a:ext cx="590550" cy="450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4660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dy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899"/>
          <a:stretch/>
        </p:blipFill>
        <p:spPr>
          <a:xfrm>
            <a:off x="0" y="660763"/>
            <a:ext cx="12192000" cy="6197237"/>
          </a:xfrm>
          <a:prstGeom prst="rect">
            <a:avLst/>
          </a:prstGeom>
        </p:spPr>
      </p:pic>
      <p:sp>
        <p:nvSpPr>
          <p:cNvPr id="15" name="Rectangle 14"/>
          <p:cNvSpPr/>
          <p:nvPr userDrawn="1"/>
        </p:nvSpPr>
        <p:spPr>
          <a:xfrm>
            <a:off x="726595" y="660763"/>
            <a:ext cx="6970376" cy="6197239"/>
          </a:xfrm>
          <a:prstGeom prst="rect">
            <a:avLst/>
          </a:prstGeom>
          <a:solidFill>
            <a:srgbClr val="00294C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88"/>
          </a:p>
        </p:txBody>
      </p:sp>
      <p:sp>
        <p:nvSpPr>
          <p:cNvPr id="16" name="TextBox 15"/>
          <p:cNvSpPr txBox="1"/>
          <p:nvPr userDrawn="1"/>
        </p:nvSpPr>
        <p:spPr>
          <a:xfrm>
            <a:off x="1539394" y="3098945"/>
            <a:ext cx="5290521" cy="1165539"/>
          </a:xfrm>
          <a:prstGeom prst="rect">
            <a:avLst/>
          </a:prstGeom>
          <a:noFill/>
        </p:spPr>
        <p:txBody>
          <a:bodyPr wrap="square" bIns="0" rtlCol="0" anchor="t" anchorCtr="0">
            <a:noAutofit/>
          </a:bodyPr>
          <a:lstStyle/>
          <a:p>
            <a:pPr marL="0" marR="0" indent="0" algn="ctr" defTabSz="80687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765" b="1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Lorem ipsum dolor sit </a:t>
            </a:r>
            <a:r>
              <a:rPr lang="en-US" sz="1765" b="1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amet</a:t>
            </a:r>
            <a:r>
              <a:rPr lang="en-US" sz="1765" b="1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765" b="1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consectetur</a:t>
            </a:r>
            <a:r>
              <a:rPr lang="en-US" sz="1765" b="1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765" b="1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adipiscing</a:t>
            </a:r>
            <a:r>
              <a:rPr lang="en-US" sz="1765" b="1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765" b="1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elit</a:t>
            </a:r>
            <a:r>
              <a:rPr lang="en-US" sz="1765" b="1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765" b="1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sed</a:t>
            </a:r>
            <a:r>
              <a:rPr lang="en-US" sz="1765" b="1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do </a:t>
            </a:r>
            <a:r>
              <a:rPr lang="en-US" sz="1765" b="1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eiusmod</a:t>
            </a:r>
            <a:r>
              <a:rPr lang="en-US" sz="1765" b="1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765" b="1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tempor</a:t>
            </a:r>
            <a:r>
              <a:rPr lang="en-US" sz="1765" b="1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765" b="1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incididunt</a:t>
            </a:r>
            <a:r>
              <a:rPr lang="en-US" sz="1765" b="1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765" b="1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ut</a:t>
            </a:r>
            <a:r>
              <a:rPr lang="en-US" sz="1765" b="1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765" b="1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labore</a:t>
            </a:r>
            <a:r>
              <a:rPr lang="en-US" sz="1765" b="1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et </a:t>
            </a:r>
            <a:r>
              <a:rPr lang="en-US" sz="1765" b="1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dolore</a:t>
            </a:r>
            <a:r>
              <a:rPr lang="en-US" sz="1765" b="1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magna </a:t>
            </a:r>
            <a:r>
              <a:rPr lang="en-US" sz="1765" b="1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aliqua</a:t>
            </a:r>
            <a:r>
              <a:rPr lang="en-US" sz="1765" b="1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. </a:t>
            </a:r>
            <a:r>
              <a:rPr lang="en-US" sz="1765" b="1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Ut</a:t>
            </a:r>
            <a:r>
              <a:rPr lang="en-US" sz="1765" b="1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765" b="1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enim</a:t>
            </a:r>
            <a:r>
              <a:rPr lang="en-US" sz="1765" b="1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ad minim </a:t>
            </a:r>
            <a:r>
              <a:rPr lang="en-US" sz="1765" b="1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veniam</a:t>
            </a:r>
            <a:r>
              <a:rPr lang="en-US" sz="1765" b="1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.</a:t>
            </a:r>
            <a:endParaRPr lang="en-US" sz="1765" b="1" i="0" dirty="0">
              <a:solidFill>
                <a:schemeClr val="bg1"/>
              </a:solidFill>
              <a:latin typeface="Helvetica Light" charset="0"/>
              <a:ea typeface="Helvetica Light" charset="0"/>
              <a:cs typeface="Helvetica Light" charset="0"/>
            </a:endParaRPr>
          </a:p>
        </p:txBody>
      </p:sp>
      <p:pic>
        <p:nvPicPr>
          <p:cNvPr id="26" name="Picture 25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497902" y="1954306"/>
            <a:ext cx="1190625" cy="904875"/>
          </a:xfrm>
          <a:prstGeom prst="rect">
            <a:avLst/>
          </a:prstGeom>
        </p:spPr>
      </p:pic>
      <p:sp>
        <p:nvSpPr>
          <p:cNvPr id="27" name="Rectangle 26"/>
          <p:cNvSpPr/>
          <p:nvPr userDrawn="1"/>
        </p:nvSpPr>
        <p:spPr>
          <a:xfrm>
            <a:off x="3439749" y="4652682"/>
            <a:ext cx="1489810" cy="89647"/>
          </a:xfrm>
          <a:prstGeom prst="rect">
            <a:avLst/>
          </a:prstGeom>
          <a:solidFill>
            <a:srgbClr val="00B2D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88"/>
          </a:p>
        </p:txBody>
      </p:sp>
    </p:spTree>
    <p:extLst>
      <p:ext uri="{BB962C8B-B14F-4D97-AF65-F5344CB8AC3E}">
        <p14:creationId xmlns:p14="http://schemas.microsoft.com/office/powerpoint/2010/main" val="4090393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phic Samp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Chart 6"/>
          <p:cNvGraphicFramePr/>
          <p:nvPr userDrawn="1">
            <p:extLst>
              <p:ext uri="{D42A27DB-BD31-4B8C-83A1-F6EECF244321}">
                <p14:modId xmlns:p14="http://schemas.microsoft.com/office/powerpoint/2010/main" val="435420382"/>
              </p:ext>
            </p:extLst>
          </p:nvPr>
        </p:nvGraphicFramePr>
        <p:xfrm>
          <a:off x="611831" y="1023583"/>
          <a:ext cx="5328561" cy="25859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/>
          <p:cNvGraphicFramePr/>
          <p:nvPr userDrawn="1">
            <p:extLst>
              <p:ext uri="{D42A27DB-BD31-4B8C-83A1-F6EECF244321}">
                <p14:modId xmlns:p14="http://schemas.microsoft.com/office/powerpoint/2010/main" val="1633574945"/>
              </p:ext>
            </p:extLst>
          </p:nvPr>
        </p:nvGraphicFramePr>
        <p:xfrm>
          <a:off x="6258339" y="1023323"/>
          <a:ext cx="5342535" cy="25927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" name="Chart 8"/>
          <p:cNvGraphicFramePr/>
          <p:nvPr userDrawn="1">
            <p:extLst>
              <p:ext uri="{D42A27DB-BD31-4B8C-83A1-F6EECF244321}">
                <p14:modId xmlns:p14="http://schemas.microsoft.com/office/powerpoint/2010/main" val="2063157367"/>
              </p:ext>
            </p:extLst>
          </p:nvPr>
        </p:nvGraphicFramePr>
        <p:xfrm>
          <a:off x="3004897" y="3614270"/>
          <a:ext cx="6182206" cy="300018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13917452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95698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73062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theme" Target="../theme/theme3.xml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4" Type="http://schemas.openxmlformats.org/officeDocument/2006/relationships/slideLayout" Target="../slideLayouts/slideLayout6.xml"/><Relationship Id="rId9" Type="http://schemas.openxmlformats.org/officeDocument/2006/relationships/image" Target="../media/image3.jpg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2.png"/></Relationships>
</file>

<file path=ppt/slideMasters/_rels/slideMaster5.xml.rels><?xml version="1.0" encoding="UTF-8" standalone="yes"?>
<Relationships xmlns="http://schemas.openxmlformats.org/package/2006/relationships"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273220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</p:sldLayoutIdLst>
  <p:txStyles>
    <p:titleStyle>
      <a:lvl1pPr algn="l" defTabSz="887559" rtl="0" eaLnBrk="1" latinLnBrk="0" hangingPunct="1">
        <a:lnSpc>
          <a:spcPct val="90000"/>
        </a:lnSpc>
        <a:spcBef>
          <a:spcPct val="0"/>
        </a:spcBef>
        <a:buNone/>
        <a:defRPr sz="427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1890" indent="-221890" algn="l" defTabSz="887559" rtl="0" eaLnBrk="1" latinLnBrk="0" hangingPunct="1">
        <a:lnSpc>
          <a:spcPct val="90000"/>
        </a:lnSpc>
        <a:spcBef>
          <a:spcPts val="971"/>
        </a:spcBef>
        <a:buFont typeface="Arial" panose="020B0604020202020204" pitchFamily="34" charset="0"/>
        <a:buChar char="•"/>
        <a:defRPr sz="2718" kern="1200">
          <a:solidFill>
            <a:schemeClr val="tx1"/>
          </a:solidFill>
          <a:latin typeface="+mn-lt"/>
          <a:ea typeface="+mn-ea"/>
          <a:cs typeface="+mn-cs"/>
        </a:defRPr>
      </a:lvl1pPr>
      <a:lvl2pPr marL="665669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2330" kern="1200">
          <a:solidFill>
            <a:schemeClr val="tx1"/>
          </a:solidFill>
          <a:latin typeface="+mn-lt"/>
          <a:ea typeface="+mn-ea"/>
          <a:cs typeface="+mn-cs"/>
        </a:defRPr>
      </a:lvl2pPr>
      <a:lvl3pPr marL="1109449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941" kern="1200">
          <a:solidFill>
            <a:schemeClr val="tx1"/>
          </a:solidFill>
          <a:latin typeface="+mn-lt"/>
          <a:ea typeface="+mn-ea"/>
          <a:cs typeface="+mn-cs"/>
        </a:defRPr>
      </a:lvl3pPr>
      <a:lvl4pPr marL="1553228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4pPr>
      <a:lvl5pPr marL="1997007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5pPr>
      <a:lvl6pPr marL="2440786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6pPr>
      <a:lvl7pPr marL="2884567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7pPr>
      <a:lvl8pPr marL="3328346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8pPr>
      <a:lvl9pPr marL="3772125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1pPr>
      <a:lvl2pPr marL="443779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2pPr>
      <a:lvl3pPr marL="887559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3pPr>
      <a:lvl4pPr marL="1331339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4pPr>
      <a:lvl5pPr marL="1775119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5pPr>
      <a:lvl6pPr marL="2218897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6pPr>
      <a:lvl7pPr marL="2662676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7pPr>
      <a:lvl8pPr marL="3106457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8pPr>
      <a:lvl9pPr marL="3550236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20" t="8958" b="15933"/>
          <a:stretch/>
        </p:blipFill>
        <p:spPr>
          <a:xfrm>
            <a:off x="0" y="1"/>
            <a:ext cx="12192000" cy="6857999"/>
          </a:xfrm>
          <a:prstGeom prst="rect">
            <a:avLst/>
          </a:prstGeom>
        </p:spPr>
      </p:pic>
      <p:sp>
        <p:nvSpPr>
          <p:cNvPr id="10" name="Rectangle 9"/>
          <p:cNvSpPr/>
          <p:nvPr userDrawn="1"/>
        </p:nvSpPr>
        <p:spPr>
          <a:xfrm>
            <a:off x="0" y="2"/>
            <a:ext cx="12192000" cy="1711023"/>
          </a:xfrm>
          <a:prstGeom prst="rect">
            <a:avLst/>
          </a:prstGeom>
          <a:solidFill>
            <a:srgbClr val="00294C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 sz="1588" dirty="0"/>
          </a:p>
        </p:txBody>
      </p:sp>
      <p:sp>
        <p:nvSpPr>
          <p:cNvPr id="11" name="Rectangle 10"/>
          <p:cNvSpPr/>
          <p:nvPr userDrawn="1"/>
        </p:nvSpPr>
        <p:spPr>
          <a:xfrm>
            <a:off x="7283532" y="2"/>
            <a:ext cx="4159004" cy="2405103"/>
          </a:xfrm>
          <a:prstGeom prst="rect">
            <a:avLst/>
          </a:prstGeom>
          <a:solidFill>
            <a:srgbClr val="00B2D4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88"/>
          </a:p>
        </p:txBody>
      </p:sp>
      <p:pic>
        <p:nvPicPr>
          <p:cNvPr id="13" name="Picture 12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76039" y="608191"/>
            <a:ext cx="2948940" cy="832104"/>
          </a:xfrm>
          <a:prstGeom prst="rect">
            <a:avLst/>
          </a:prstGeom>
        </p:spPr>
      </p:pic>
      <p:sp>
        <p:nvSpPr>
          <p:cNvPr id="14" name="TextBox 13"/>
          <p:cNvSpPr txBox="1"/>
          <p:nvPr userDrawn="1"/>
        </p:nvSpPr>
        <p:spPr>
          <a:xfrm>
            <a:off x="7674563" y="1898570"/>
            <a:ext cx="3172212" cy="276999"/>
          </a:xfrm>
          <a:prstGeom prst="rect">
            <a:avLst/>
          </a:prstGeom>
          <a:noFill/>
        </p:spPr>
        <p:txBody>
          <a:bodyPr wrap="square" rIns="0" rtlCol="0">
            <a:spAutoFit/>
          </a:bodyPr>
          <a:lstStyle/>
          <a:p>
            <a:pPr marL="0" marR="0" indent="0" algn="r" defTabSz="80687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kern="1200" dirty="0">
                <a:solidFill>
                  <a:schemeClr val="bg1"/>
                </a:solidFill>
                <a:effectLst/>
                <a:latin typeface="Arial" charset="0"/>
                <a:ea typeface="Arial" charset="0"/>
                <a:cs typeface="Arial" charset="0"/>
              </a:rPr>
              <a:t>Enriching Lives and Empowering Dreams</a:t>
            </a:r>
          </a:p>
        </p:txBody>
      </p:sp>
    </p:spTree>
    <p:extLst>
      <p:ext uri="{BB962C8B-B14F-4D97-AF65-F5344CB8AC3E}">
        <p14:creationId xmlns:p14="http://schemas.microsoft.com/office/powerpoint/2010/main" val="14818326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</p:sldLayoutIdLst>
  <p:txStyles>
    <p:titleStyle>
      <a:lvl1pPr algn="l" defTabSz="887559" rtl="0" eaLnBrk="1" latinLnBrk="0" hangingPunct="1">
        <a:lnSpc>
          <a:spcPct val="90000"/>
        </a:lnSpc>
        <a:spcBef>
          <a:spcPct val="0"/>
        </a:spcBef>
        <a:buNone/>
        <a:defRPr sz="427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1890" indent="-221890" algn="l" defTabSz="887559" rtl="0" eaLnBrk="1" latinLnBrk="0" hangingPunct="1">
        <a:lnSpc>
          <a:spcPct val="90000"/>
        </a:lnSpc>
        <a:spcBef>
          <a:spcPts val="971"/>
        </a:spcBef>
        <a:buFont typeface="Arial" panose="020B0604020202020204" pitchFamily="34" charset="0"/>
        <a:buChar char="•"/>
        <a:defRPr sz="2718" kern="1200">
          <a:solidFill>
            <a:schemeClr val="tx1"/>
          </a:solidFill>
          <a:latin typeface="+mn-lt"/>
          <a:ea typeface="+mn-ea"/>
          <a:cs typeface="+mn-cs"/>
        </a:defRPr>
      </a:lvl1pPr>
      <a:lvl2pPr marL="665669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2330" kern="1200">
          <a:solidFill>
            <a:schemeClr val="tx1"/>
          </a:solidFill>
          <a:latin typeface="+mn-lt"/>
          <a:ea typeface="+mn-ea"/>
          <a:cs typeface="+mn-cs"/>
        </a:defRPr>
      </a:lvl2pPr>
      <a:lvl3pPr marL="1109449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941" kern="1200">
          <a:solidFill>
            <a:schemeClr val="tx1"/>
          </a:solidFill>
          <a:latin typeface="+mn-lt"/>
          <a:ea typeface="+mn-ea"/>
          <a:cs typeface="+mn-cs"/>
        </a:defRPr>
      </a:lvl3pPr>
      <a:lvl4pPr marL="1553228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4pPr>
      <a:lvl5pPr marL="1997007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5pPr>
      <a:lvl6pPr marL="2440786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6pPr>
      <a:lvl7pPr marL="2884567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7pPr>
      <a:lvl8pPr marL="3328346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8pPr>
      <a:lvl9pPr marL="3772125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1pPr>
      <a:lvl2pPr marL="443779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2pPr>
      <a:lvl3pPr marL="887559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3pPr>
      <a:lvl4pPr marL="1331339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4pPr>
      <a:lvl5pPr marL="1775119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5pPr>
      <a:lvl6pPr marL="2218897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6pPr>
      <a:lvl7pPr marL="2662676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7pPr>
      <a:lvl8pPr marL="3106457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8pPr>
      <a:lvl9pPr marL="3550236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938" y="210731"/>
            <a:ext cx="1106424" cy="309125"/>
          </a:xfrm>
          <a:prstGeom prst="rect">
            <a:avLst/>
          </a:prstGeom>
        </p:spPr>
      </p:pic>
      <p:cxnSp>
        <p:nvCxnSpPr>
          <p:cNvPr id="7" name="Straight Connector 6"/>
          <p:cNvCxnSpPr/>
          <p:nvPr userDrawn="1"/>
        </p:nvCxnSpPr>
        <p:spPr>
          <a:xfrm>
            <a:off x="0" y="660761"/>
            <a:ext cx="12191998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3305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90" r:id="rId2"/>
    <p:sldLayoutId id="2147483680" r:id="rId3"/>
    <p:sldLayoutId id="2147483682" r:id="rId4"/>
    <p:sldLayoutId id="2147483683" r:id="rId5"/>
    <p:sldLayoutId id="2147483684" r:id="rId6"/>
    <p:sldLayoutId id="2147483685" r:id="rId7"/>
  </p:sldLayoutIdLst>
  <p:txStyles>
    <p:titleStyle>
      <a:lvl1pPr algn="l" defTabSz="887559" rtl="0" eaLnBrk="1" latinLnBrk="0" hangingPunct="1">
        <a:lnSpc>
          <a:spcPct val="90000"/>
        </a:lnSpc>
        <a:spcBef>
          <a:spcPct val="0"/>
        </a:spcBef>
        <a:buNone/>
        <a:defRPr sz="427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1890" indent="-221890" algn="l" defTabSz="887559" rtl="0" eaLnBrk="1" latinLnBrk="0" hangingPunct="1">
        <a:lnSpc>
          <a:spcPct val="90000"/>
        </a:lnSpc>
        <a:spcBef>
          <a:spcPts val="971"/>
        </a:spcBef>
        <a:buFont typeface="Arial" panose="020B0604020202020204" pitchFamily="34" charset="0"/>
        <a:buChar char="•"/>
        <a:defRPr sz="2718" kern="1200">
          <a:solidFill>
            <a:schemeClr val="tx1"/>
          </a:solidFill>
          <a:latin typeface="+mn-lt"/>
          <a:ea typeface="+mn-ea"/>
          <a:cs typeface="+mn-cs"/>
        </a:defRPr>
      </a:lvl1pPr>
      <a:lvl2pPr marL="665669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2330" kern="1200">
          <a:solidFill>
            <a:schemeClr val="tx1"/>
          </a:solidFill>
          <a:latin typeface="+mn-lt"/>
          <a:ea typeface="+mn-ea"/>
          <a:cs typeface="+mn-cs"/>
        </a:defRPr>
      </a:lvl2pPr>
      <a:lvl3pPr marL="1109449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941" kern="1200">
          <a:solidFill>
            <a:schemeClr val="tx1"/>
          </a:solidFill>
          <a:latin typeface="+mn-lt"/>
          <a:ea typeface="+mn-ea"/>
          <a:cs typeface="+mn-cs"/>
        </a:defRPr>
      </a:lvl3pPr>
      <a:lvl4pPr marL="1553228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4pPr>
      <a:lvl5pPr marL="1997007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5pPr>
      <a:lvl6pPr marL="2440786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6pPr>
      <a:lvl7pPr marL="2884567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7pPr>
      <a:lvl8pPr marL="3328346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8pPr>
      <a:lvl9pPr marL="3772125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1pPr>
      <a:lvl2pPr marL="443779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2pPr>
      <a:lvl3pPr marL="887559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3pPr>
      <a:lvl4pPr marL="1331339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4pPr>
      <a:lvl5pPr marL="1775119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5pPr>
      <a:lvl6pPr marL="2218897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6pPr>
      <a:lvl7pPr marL="2662676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7pPr>
      <a:lvl8pPr marL="3106457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8pPr>
      <a:lvl9pPr marL="3550236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 userDrawn="1"/>
        </p:nvPicPr>
        <p:blipFill rotWithShape="1"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8" t="17080"/>
          <a:stretch/>
        </p:blipFill>
        <p:spPr>
          <a:xfrm>
            <a:off x="3" y="1"/>
            <a:ext cx="12191997" cy="6857999"/>
          </a:xfrm>
          <a:prstGeom prst="rect">
            <a:avLst/>
          </a:prstGeom>
          <a:solidFill>
            <a:srgbClr val="00294C"/>
          </a:solidFill>
        </p:spPr>
      </p:pic>
      <p:pic>
        <p:nvPicPr>
          <p:cNvPr id="12" name="Picture 11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902" y="222408"/>
            <a:ext cx="1106424" cy="312200"/>
          </a:xfrm>
          <a:prstGeom prst="rect">
            <a:avLst/>
          </a:prstGeom>
        </p:spPr>
      </p:pic>
      <p:sp>
        <p:nvSpPr>
          <p:cNvPr id="8" name="TextBox 7"/>
          <p:cNvSpPr txBox="1"/>
          <p:nvPr userDrawn="1"/>
        </p:nvSpPr>
        <p:spPr>
          <a:xfrm>
            <a:off x="2828239" y="2090778"/>
            <a:ext cx="6535524" cy="573819"/>
          </a:xfrm>
          <a:prstGeom prst="rect">
            <a:avLst/>
          </a:prstGeom>
          <a:noFill/>
        </p:spPr>
        <p:txBody>
          <a:bodyPr wrap="square" bIns="0" rtlCol="0" anchor="ctr" anchorCtr="0">
            <a:noAutofit/>
          </a:bodyPr>
          <a:lstStyle/>
          <a:p>
            <a:pPr algn="ctr"/>
            <a:r>
              <a:rPr lang="en-US" sz="2118" b="1" i="0" dirty="0" err="1">
                <a:solidFill>
                  <a:schemeClr val="bg1"/>
                </a:solidFill>
                <a:latin typeface="Helvetica" charset="0"/>
                <a:ea typeface="Helvetica" charset="0"/>
                <a:cs typeface="Helvetica" charset="0"/>
              </a:rPr>
              <a:t>Altura</a:t>
            </a:r>
            <a:r>
              <a:rPr lang="en-US" sz="2118" b="1" i="0" dirty="0">
                <a:solidFill>
                  <a:schemeClr val="bg1"/>
                </a:solidFill>
                <a:latin typeface="Helvetica" charset="0"/>
                <a:ea typeface="Helvetica" charset="0"/>
                <a:cs typeface="Helvetica" charset="0"/>
              </a:rPr>
              <a:t> Credit Union</a:t>
            </a:r>
          </a:p>
        </p:txBody>
      </p:sp>
      <p:sp>
        <p:nvSpPr>
          <p:cNvPr id="9" name="TextBox 8"/>
          <p:cNvSpPr txBox="1"/>
          <p:nvPr userDrawn="1"/>
        </p:nvSpPr>
        <p:spPr>
          <a:xfrm>
            <a:off x="2718954" y="2840586"/>
            <a:ext cx="6754095" cy="1176832"/>
          </a:xfrm>
          <a:prstGeom prst="rect">
            <a:avLst/>
          </a:prstGeom>
          <a:noFill/>
        </p:spPr>
        <p:txBody>
          <a:bodyPr wrap="square" bIns="0" rtlCol="0" anchor="t" anchorCtr="0">
            <a:noAutofit/>
          </a:bodyPr>
          <a:lstStyle/>
          <a:p>
            <a:pPr algn="ctr">
              <a:lnSpc>
                <a:spcPct val="150000"/>
              </a:lnSpc>
            </a:pP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Lorem ipsum dolor sit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amet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consectetur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adipiscing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elit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sed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do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eiusmod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tempor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incididunt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ut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labore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et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dolore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magna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aliqua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.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Ut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enim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ad minim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veniam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,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quis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nostrud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exercitation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ullamco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laboris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nisi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ut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aliquip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ex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ea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 </a:t>
            </a:r>
            <a:r>
              <a:rPr lang="en-US" sz="1235" b="0" i="0" kern="1200" dirty="0" err="1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commodo</a:t>
            </a:r>
            <a:r>
              <a:rPr lang="en-US" sz="1235" b="0" i="0" kern="1200" dirty="0">
                <a:solidFill>
                  <a:schemeClr val="bg1"/>
                </a:solidFill>
                <a:effectLst/>
                <a:latin typeface="Helvetica Light" charset="0"/>
                <a:ea typeface="Helvetica Light" charset="0"/>
                <a:cs typeface="Helvetica Light" charset="0"/>
              </a:rPr>
              <a:t>.</a:t>
            </a:r>
            <a:endParaRPr lang="en-US" sz="1235" b="0" i="0" dirty="0">
              <a:solidFill>
                <a:schemeClr val="bg1"/>
              </a:solidFill>
              <a:latin typeface="Helvetica Light" charset="0"/>
              <a:ea typeface="Helvetica Light" charset="0"/>
              <a:cs typeface="Helvetica Light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78666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</p:sldLayoutIdLst>
  <p:txStyles>
    <p:titleStyle>
      <a:lvl1pPr algn="l" defTabSz="887559" rtl="0" eaLnBrk="1" latinLnBrk="0" hangingPunct="1">
        <a:lnSpc>
          <a:spcPct val="90000"/>
        </a:lnSpc>
        <a:spcBef>
          <a:spcPct val="0"/>
        </a:spcBef>
        <a:buNone/>
        <a:defRPr sz="427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1890" indent="-221890" algn="l" defTabSz="887559" rtl="0" eaLnBrk="1" latinLnBrk="0" hangingPunct="1">
        <a:lnSpc>
          <a:spcPct val="90000"/>
        </a:lnSpc>
        <a:spcBef>
          <a:spcPts val="971"/>
        </a:spcBef>
        <a:buFont typeface="Arial" panose="020B0604020202020204" pitchFamily="34" charset="0"/>
        <a:buChar char="•"/>
        <a:defRPr sz="2718" kern="1200">
          <a:solidFill>
            <a:schemeClr val="tx1"/>
          </a:solidFill>
          <a:latin typeface="+mn-lt"/>
          <a:ea typeface="+mn-ea"/>
          <a:cs typeface="+mn-cs"/>
        </a:defRPr>
      </a:lvl1pPr>
      <a:lvl2pPr marL="665669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2330" kern="1200">
          <a:solidFill>
            <a:schemeClr val="tx1"/>
          </a:solidFill>
          <a:latin typeface="+mn-lt"/>
          <a:ea typeface="+mn-ea"/>
          <a:cs typeface="+mn-cs"/>
        </a:defRPr>
      </a:lvl2pPr>
      <a:lvl3pPr marL="1109449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941" kern="1200">
          <a:solidFill>
            <a:schemeClr val="tx1"/>
          </a:solidFill>
          <a:latin typeface="+mn-lt"/>
          <a:ea typeface="+mn-ea"/>
          <a:cs typeface="+mn-cs"/>
        </a:defRPr>
      </a:lvl3pPr>
      <a:lvl4pPr marL="1553228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4pPr>
      <a:lvl5pPr marL="1997007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5pPr>
      <a:lvl6pPr marL="2440786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6pPr>
      <a:lvl7pPr marL="2884567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7pPr>
      <a:lvl8pPr marL="3328346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8pPr>
      <a:lvl9pPr marL="3772125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1pPr>
      <a:lvl2pPr marL="443779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2pPr>
      <a:lvl3pPr marL="887559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3pPr>
      <a:lvl4pPr marL="1331339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4pPr>
      <a:lvl5pPr marL="1775119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5pPr>
      <a:lvl6pPr marL="2218897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6pPr>
      <a:lvl7pPr marL="2662676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7pPr>
      <a:lvl8pPr marL="3106457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8pPr>
      <a:lvl9pPr marL="3550236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999279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2" r:id="rId1"/>
  </p:sldLayoutIdLst>
  <p:txStyles>
    <p:titleStyle>
      <a:lvl1pPr algn="l" defTabSz="887559" rtl="0" eaLnBrk="1" latinLnBrk="0" hangingPunct="1">
        <a:lnSpc>
          <a:spcPct val="90000"/>
        </a:lnSpc>
        <a:spcBef>
          <a:spcPct val="0"/>
        </a:spcBef>
        <a:buNone/>
        <a:defRPr sz="427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1890" indent="-221890" algn="l" defTabSz="887559" rtl="0" eaLnBrk="1" latinLnBrk="0" hangingPunct="1">
        <a:lnSpc>
          <a:spcPct val="90000"/>
        </a:lnSpc>
        <a:spcBef>
          <a:spcPts val="971"/>
        </a:spcBef>
        <a:buFont typeface="Arial" panose="020B0604020202020204" pitchFamily="34" charset="0"/>
        <a:buChar char="•"/>
        <a:defRPr sz="2718" kern="1200">
          <a:solidFill>
            <a:schemeClr val="tx1"/>
          </a:solidFill>
          <a:latin typeface="+mn-lt"/>
          <a:ea typeface="+mn-ea"/>
          <a:cs typeface="+mn-cs"/>
        </a:defRPr>
      </a:lvl1pPr>
      <a:lvl2pPr marL="665669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2330" kern="1200">
          <a:solidFill>
            <a:schemeClr val="tx1"/>
          </a:solidFill>
          <a:latin typeface="+mn-lt"/>
          <a:ea typeface="+mn-ea"/>
          <a:cs typeface="+mn-cs"/>
        </a:defRPr>
      </a:lvl2pPr>
      <a:lvl3pPr marL="1109449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941" kern="1200">
          <a:solidFill>
            <a:schemeClr val="tx1"/>
          </a:solidFill>
          <a:latin typeface="+mn-lt"/>
          <a:ea typeface="+mn-ea"/>
          <a:cs typeface="+mn-cs"/>
        </a:defRPr>
      </a:lvl3pPr>
      <a:lvl4pPr marL="1553228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4pPr>
      <a:lvl5pPr marL="1997007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5pPr>
      <a:lvl6pPr marL="2440786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6pPr>
      <a:lvl7pPr marL="2884567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7pPr>
      <a:lvl8pPr marL="3328346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8pPr>
      <a:lvl9pPr marL="3772125" indent="-221890" algn="l" defTabSz="887559" rtl="0" eaLnBrk="1" latinLnBrk="0" hangingPunct="1">
        <a:lnSpc>
          <a:spcPct val="90000"/>
        </a:lnSpc>
        <a:spcBef>
          <a:spcPts val="485"/>
        </a:spcBef>
        <a:buFont typeface="Arial" panose="020B0604020202020204" pitchFamily="34" charset="0"/>
        <a:buChar char="•"/>
        <a:defRPr sz="174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1pPr>
      <a:lvl2pPr marL="443779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2pPr>
      <a:lvl3pPr marL="887559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3pPr>
      <a:lvl4pPr marL="1331339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4pPr>
      <a:lvl5pPr marL="1775119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5pPr>
      <a:lvl6pPr marL="2218897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6pPr>
      <a:lvl7pPr marL="2662676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7pPr>
      <a:lvl8pPr marL="3106457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8pPr>
      <a:lvl9pPr marL="3550236" algn="l" defTabSz="887559" rtl="0" eaLnBrk="1" latinLnBrk="0" hangingPunct="1">
        <a:defRPr sz="174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0" y="1"/>
            <a:ext cx="12192000" cy="6857997"/>
          </a:xfrm>
          <a:prstGeom prst="rect">
            <a:avLst/>
          </a:prstGeom>
          <a:solidFill>
            <a:srgbClr val="00294C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 sz="1588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902" y="222408"/>
            <a:ext cx="1106424" cy="312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718954" y="222408"/>
            <a:ext cx="6535524" cy="573819"/>
          </a:xfrm>
          <a:prstGeom prst="rect">
            <a:avLst/>
          </a:prstGeom>
          <a:noFill/>
        </p:spPr>
        <p:txBody>
          <a:bodyPr wrap="square" bIns="0" rtlCol="0" anchor="ctr" anchorCtr="0">
            <a:noAutofit/>
          </a:bodyPr>
          <a:lstStyle/>
          <a:p>
            <a:pPr algn="ctr"/>
            <a:r>
              <a:rPr lang="en-US" sz="3600" b="1" dirty="0">
                <a:solidFill>
                  <a:schemeClr val="bg1"/>
                </a:solidFill>
                <a:latin typeface="Helvetica" charset="0"/>
                <a:ea typeface="Helvetica" charset="0"/>
                <a:cs typeface="Helvetica" charset="0"/>
              </a:rPr>
              <a:t>{{REPORT_TITLE}}</a:t>
            </a:r>
            <a:endParaRPr lang="en-US" sz="3600" b="1" i="0" dirty="0">
              <a:solidFill>
                <a:schemeClr val="bg1"/>
              </a:solidFill>
              <a:latin typeface="Helvetica" charset="0"/>
              <a:ea typeface="Helvetica" charset="0"/>
              <a:cs typeface="Helvetica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828800" y="1372239"/>
            <a:ext cx="754414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2060"/>
                </a:solidFill>
                <a:latin typeface="+mn-lt"/>
              </a:rPr>
              <a:t>{{REPORT_SUBTITLE}}</a:t>
            </a:r>
            <a:r>
              <a:rPr lang="en-US" dirty="0">
                <a:solidFill>
                  <a:srgbClr val="002060"/>
                </a:solidFill>
              </a:rPr>
              <a:t/>
            </a:r>
            <a:r>
              <a:rPr lang="en-US" dirty="0">
                <a:solidFill>
                  <a:srgbClr val="002060"/>
                </a:solidFill>
                <a:latin typeface="+mn-lt"/>
              </a:rPr>
              <a:t/>
            </a:r>
            <a:r>
              <a:rPr lang="en-US" dirty="0">
                <a:solidFill>
                  <a:srgbClr val="002060"/>
                </a:solidFill>
              </a:rPr>
              <a:t> </a:t>
            </a:r>
            <a:endParaRPr lang="en-US" dirty="0">
              <a:solidFill>
                <a:srgbClr val="002060"/>
              </a:solidFill>
              <a:latin typeface="+mn-lt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9544049" y="1372239"/>
            <a:ext cx="1809751" cy="152336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400" u="sng" dirty="0">
                <a:solidFill>
                  <a:srgbClr val="002060"/>
                </a:solidFill>
              </a:rPr>
              <a:t>Monthly Performance</a:t>
            </a:r>
          </a:p>
          <a:p>
            <a:pPr algn="ctr"/>
            <a:endParaRPr lang="en-US" sz="1600" dirty="0">
              <a:solidFill>
                <a:srgbClr val="002060"/>
              </a:solidFill>
            </a:endParaRPr>
          </a:p>
          <a:p>
            <a:pPr algn="ctr"/>
            <a:r>
              <a:rPr lang="en-US" sz="3200" dirty="0">
                <a:solidFill>
                  <a:srgbClr val="00294C"/>
                </a:solidFill>
              </a:rPr>
              <a:t>{{KPI_MONTHLY}}</a:t>
            </a:r>
          </a:p>
          <a:p>
            <a:pPr algn="ctr"/>
            <a:r>
              <a:rPr lang="en-US" sz="1100" dirty="0"/>
              <a:t>{{KPI_MONTHLY_NOTE}}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544049" y="3102613"/>
            <a:ext cx="1809751" cy="152336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400" u="sng" dirty="0">
                <a:solidFill>
                  <a:srgbClr val="002060"/>
                </a:solidFill>
              </a:rPr>
              <a:t>MoM Variance</a:t>
            </a:r>
          </a:p>
          <a:p>
            <a:pPr algn="ctr"/>
            <a:endParaRPr lang="en-US" sz="1600" dirty="0">
              <a:solidFill>
                <a:srgbClr val="002060"/>
              </a:solidFill>
            </a:endParaRPr>
          </a:p>
          <a:p>
            <a:pPr algn="ctr"/>
            <a:r>
              <a:rPr lang="en-US" sz="3200" dirty="0">
                <a:solidFill>
                  <a:srgbClr val="00B050"/>
                </a:solidFill>
              </a:rPr>
              <a:t>{{KPI_MOM}}</a:t>
            </a:r>
          </a:p>
          <a:p>
            <a:pPr algn="ctr"/>
            <a:r>
              <a:rPr lang="en-US" sz="1100" dirty="0"/>
              <a:t>{{KPI_MOM_NOTE}}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544049" y="4832987"/>
            <a:ext cx="1809751" cy="152336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sz="1400" u="sng" dirty="0">
                <a:solidFill>
                  <a:srgbClr val="002060"/>
                </a:solidFill>
              </a:rPr>
              <a:t>12-Month Historical</a:t>
            </a:r>
          </a:p>
          <a:p>
            <a:pPr algn="ctr"/>
            <a:endParaRPr lang="en-US" sz="1600" dirty="0">
              <a:solidFill>
                <a:srgbClr val="002060"/>
              </a:solidFill>
            </a:endParaRPr>
          </a:p>
          <a:p>
            <a:pPr algn="ctr"/>
            <a:r>
              <a:rPr lang="en-US" sz="3200" dirty="0">
                <a:solidFill>
                  <a:srgbClr val="00294C"/>
                </a:solidFill>
              </a:rPr>
              <a:t>{{KPI_HIST}}</a:t>
            </a:r>
          </a:p>
          <a:p>
            <a:pPr algn="ctr"/>
            <a:r>
              <a:rPr lang="en-US" sz="1100" dirty="0"/>
              <a:t>{{KPI_HIST_NOTE}}</a:t>
            </a:r>
          </a:p>
          <a:p>
            <a:pPr algn="ctr"/>
            <a:endParaRPr lang="en-US" sz="1200" dirty="0">
              <a:solidFill>
                <a:srgbClr val="002060"/>
              </a:solidFill>
            </a:endParaRPr>
          </a:p>
        </p:txBody>
      </p:sp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4F5913DD-FAD4-F4A7-54AD-7C1094C1324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78858502"/>
              </p:ext>
            </p:extLst>
          </p:nvPr>
        </p:nvGraphicFramePr>
        <p:xfrm>
          <a:off x="1828800" y="1830233"/>
          <a:ext cx="7544146" cy="452611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150417823"/>
      </p:ext>
    </p:extLst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over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Body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Callout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1_Blank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1580</TotalTime>
  <Words>29</Words>
  <Application>Microsoft Office PowerPoint</Application>
  <PresentationFormat>Widescreen</PresentationFormat>
  <Paragraphs>17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5</vt:i4>
      </vt:variant>
      <vt:variant>
        <vt:lpstr>Slide Titles</vt:lpstr>
      </vt:variant>
      <vt:variant>
        <vt:i4>1</vt:i4>
      </vt:variant>
    </vt:vector>
  </HeadingPairs>
  <TitlesOfParts>
    <vt:vector size="10" baseType="lpstr">
      <vt:lpstr>Arial</vt:lpstr>
      <vt:lpstr>Calibri</vt:lpstr>
      <vt:lpstr>Helvetica</vt:lpstr>
      <vt:lpstr>Helvetica Light</vt:lpstr>
      <vt:lpstr>Blank</vt:lpstr>
      <vt:lpstr>Cover</vt:lpstr>
      <vt:lpstr>Body</vt:lpstr>
      <vt:lpstr>Callout</vt:lpstr>
      <vt:lpstr>1_Blank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Aaron Justus</dc:creator>
  <cp:lastModifiedBy>Jessica Flores</cp:lastModifiedBy>
  <cp:revision>148</cp:revision>
  <cp:lastPrinted>2018-06-05T13:58:08Z</cp:lastPrinted>
  <dcterms:created xsi:type="dcterms:W3CDTF">2018-05-15T13:21:20Z</dcterms:created>
  <dcterms:modified xsi:type="dcterms:W3CDTF">2026-06-15T16:48:42Z</dcterms:modified>
</cp:coreProperties>
</file>